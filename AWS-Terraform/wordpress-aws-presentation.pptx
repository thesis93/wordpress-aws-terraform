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54864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Highly Available WordPress on AWS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Infrastructure as Code with Terraform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4800600"/>
            <a:ext cx="310896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983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Houssem  ·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60020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099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 &amp; requirements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84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and why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36792" y="160020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01384" y="160020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388352" y="17099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88352" y="1984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13232" y="246888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57860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AWS components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8529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compute, and database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36792" y="246888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01384" y="246888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388352" y="257860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scaling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88352" y="28529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failure, handling load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13232" y="33375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44728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7216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everything in Terraform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36792" y="333756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01384" y="33375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7388352" y="344728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cleanup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88352" y="37216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 live site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WordPress on AWS  ·  Terraform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Goal: A Resilient, Scalable WordPress Site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 WordPress website so that it stays online during failures and automatically handles changes in traffic — without manual server management.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731520" cy="73152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56616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Availability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16052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serving even if an entire data center (Availability Zone) goes down.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83864" y="22860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58184" y="26060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58184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39896" y="356616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39896" y="416052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servers automatically as visitor traffic rises and falls.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19088" y="22860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93408" y="2606040"/>
            <a:ext cx="731520" cy="73152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3408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56616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16052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least-privilege access — the database is never exposed to the internet.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54312" y="22860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28632" y="26060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28632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610344" y="356616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610344" y="416052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whole environment from code, repeatably, in one command.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WordPress on AWS  ·  Terraform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22876" y="137160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FB2C2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22876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Internet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22876" y="1371600"/>
            <a:ext cx="2743200" cy="411480"/>
          </a:xfrm>
          <a:prstGeom prst="roundRect">
            <a:avLst>
              <a:gd name="adj" fmla="val 13333"/>
            </a:avLst>
          </a:prstGeom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4476" y="1783080"/>
            <a:ext cx="0" cy="301752"/>
          </a:xfrm>
          <a:prstGeom prst="line">
            <a:avLst/>
          </a:prstGeom>
          <a:noFill/>
          <a:ln w="28575">
            <a:solidFill>
              <a:srgbClr val="0A4D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22876" y="2084832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25400" dir="5400000">
              <a:srgbClr val="9FB2C2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22876" y="20848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10908792" cy="3657600"/>
          </a:xfrm>
          <a:prstGeom prst="roundRect">
            <a:avLst>
              <a:gd name="adj" fmla="val 1000"/>
            </a:avLst>
          </a:prstGeom>
          <a:solidFill>
            <a:srgbClr val="F7FAFC"/>
          </a:solidFill>
          <a:ln w="19050">
            <a:solidFill>
              <a:srgbClr val="0A4D6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29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·  10.0.0.0/16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3063240"/>
            <a:ext cx="10241280" cy="1005840"/>
          </a:xfrm>
          <a:prstGeom prst="roundRect">
            <a:avLst>
              <a:gd name="adj" fmla="val 3636"/>
            </a:avLst>
          </a:prstGeom>
          <a:solidFill>
            <a:srgbClr val="EAF1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090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 ·  us-east-1a  /  us-east-1b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57116" y="3364992"/>
            <a:ext cx="3474720" cy="566928"/>
          </a:xfrm>
          <a:prstGeom prst="roundRect">
            <a:avLst>
              <a:gd name="adj" fmla="val 9677"/>
            </a:avLst>
          </a:prstGeom>
          <a:solidFill>
            <a:srgbClr val="0A4D68"/>
          </a:solidFill>
          <a:ln/>
          <a:effectLst>
            <a:outerShdw sx="100000" sy="100000" kx="0" ky="0" algn="bl" rotWithShape="0" blurRad="63500" dist="25400" dir="5400000">
              <a:srgbClr val="9FB2C2">
                <a:alpha val="4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357116" y="33649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  —  HTTP :80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3364992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25400" dir="5400000">
              <a:srgbClr val="9FB2C2">
                <a:alpha val="4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15400" y="33649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4476" y="2496312"/>
            <a:ext cx="0" cy="868680"/>
          </a:xfrm>
          <a:prstGeom prst="line">
            <a:avLst/>
          </a:prstGeom>
          <a:noFill/>
          <a:ln w="28575">
            <a:solidFill>
              <a:srgbClr val="0A4D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" y="4206240"/>
            <a:ext cx="10241280" cy="2011680"/>
          </a:xfrm>
          <a:prstGeom prst="roundRect">
            <a:avLst>
              <a:gd name="adj" fmla="val 1818"/>
            </a:avLst>
          </a:prstGeom>
          <a:solidFill>
            <a:srgbClr val="EAF1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4233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  ·  us-east-1a  /  us-east-1b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79876" y="4526280"/>
            <a:ext cx="50292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25596" y="45537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 (WordPress Fleet)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08476" y="484632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0A4D68"/>
          </a:solidFill>
          <a:ln/>
          <a:effectLst>
            <a:outerShdw sx="100000" sy="100000" kx="0" ky="0" algn="bl" rotWithShape="0" blurRad="63500" dist="25400" dir="5400000">
              <a:srgbClr val="9FB2C2">
                <a:alpha val="4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808476" y="48463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WordPress #1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31636" y="484632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0A4D68"/>
          </a:solidFill>
          <a:ln/>
          <a:effectLst>
            <a:outerShdw sx="100000" sy="100000" kx="0" ky="0" algn="bl" rotWithShape="0" blurRad="63500" dist="25400" dir="5400000">
              <a:srgbClr val="9FB2C2">
                <a:alpha val="4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231636" y="48463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WordPress #2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94476" y="3931920"/>
            <a:ext cx="0" cy="594360"/>
          </a:xfrm>
          <a:prstGeom prst="line">
            <a:avLst/>
          </a:prstGeom>
          <a:noFill/>
          <a:ln w="28575">
            <a:solidFill>
              <a:srgbClr val="0A4D6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65676" y="566928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  <a:effectLst>
            <a:outerShdw sx="100000" sy="100000" kx="0" ky="0" algn="bl" rotWithShape="0" blurRad="63500" dist="25400" dir="5400000">
              <a:srgbClr val="9FB2C2">
                <a:alpha val="4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265676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  ·  Multi-AZ  ·  :3306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94476" y="5532120"/>
            <a:ext cx="0" cy="137160"/>
          </a:xfrm>
          <a:prstGeom prst="line">
            <a:avLst/>
          </a:prstGeom>
          <a:noFill/>
          <a:ln w="28575">
            <a:solidFill>
              <a:srgbClr val="0A4D68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WordPress on AWS  ·  Terraform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· 1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Foundation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562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64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 (10.0.0.0/16)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3055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isolated network inside AWS that holds every resource in the project.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8562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764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Availability Zones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13055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duplicated across two separate data centers for redundancy.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4107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3192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Subnets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68503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Internet-facing tier — holds the load balancer and the NAT gateway.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1546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34107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3192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Subnets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68503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tier — holds the WordPress servers and the database, with no direct internet access.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9651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737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Gateway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239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doorway that lets public traffic reach the load balancer.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7091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0528" y="49651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10528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8737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 Gateway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239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private servers reach out for updates while staying unreachable from outside.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WordPress on AWS  ·  Terraform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· 2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&amp; Load Balancing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731520" cy="73152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84708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Load Balancer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212848"/>
            <a:ext cx="9555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all web traffic on port 80 and spreads it evenly across the WordPress servers. It health-checks each server and stops sending traffic to any that fail.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36392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438144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4381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3375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Scaling Group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703320"/>
            <a:ext cx="9555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fleet of servers running — 2 by default, growing to 4 when CPU passes 60%. If a server dies or an AZ fails, it automatically launches a replacement.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26864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928616"/>
            <a:ext cx="731520" cy="73152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9286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8280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 Instances (WordPress)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193792"/>
            <a:ext cx="9555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2023 servers running Apache + PHP. Each one installs and configures WordPress automatically at boot, then connects to the shared database.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WordPress on AWS  ·  Terraform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· 3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Layer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runs a managed MySQL database so WordPress has one reliable place to store all its content and settings.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3288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A4D6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36192" y="25146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MySQL 8.0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handles setup, patching, and backups — no database admin work required.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2402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253288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96912" y="25146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Multi-AZ Failover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15468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synchronized standby copy runs in the second AZ. If the primary fails, AWS switches over automatically.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33088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42569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A4D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36192" y="440740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&amp; Encrypted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4748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only from the WordPress servers, never the internet. Storage is encrypted at rest.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133088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5392" y="442569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96912" y="440740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Backups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04748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backups with 7-day retention, so data can be restored to an earlier point.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WordPress on AWS  ·  Terraform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A Layered Chain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 only accepts traffic from the tier directly in front of it — so the database can never be reached from the internet.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8595A4"/>
          </a:solidFill>
          <a:ln/>
          <a:effectLst>
            <a:outerShdw sx="100000" sy="100000" kx="0" ky="0" algn="bl" rotWithShape="0" blurRad="63500" dist="25400" dir="5400000">
              <a:srgbClr val="9FB2C2">
                <a:alpha val="4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3865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52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63824" y="2697480"/>
            <a:ext cx="457200" cy="0"/>
          </a:xfrm>
          <a:prstGeom prst="line">
            <a:avLst/>
          </a:prstGeom>
          <a:noFill/>
          <a:ln w="31750">
            <a:solidFill>
              <a:srgbClr val="0A4D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75888" y="2240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A4D68"/>
          </a:solidFill>
          <a:ln/>
          <a:effectLst>
            <a:outerShdw sx="100000" sy="100000" kx="0" ky="0" algn="bl" rotWithShape="0" blurRad="63500" dist="25400" dir="5400000">
              <a:srgbClr val="9FB2C2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75888" y="23865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2752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:80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16752" y="2697480"/>
            <a:ext cx="457200" cy="0"/>
          </a:xfrm>
          <a:prstGeom prst="line">
            <a:avLst/>
          </a:prstGeom>
          <a:noFill/>
          <a:ln w="31750">
            <a:solidFill>
              <a:srgbClr val="0A4D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28816" y="2240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A4D68"/>
          </a:solidFill>
          <a:ln/>
          <a:effectLst>
            <a:outerShdw sx="100000" sy="100000" kx="0" ky="0" algn="bl" rotWithShape="0" blurRad="63500" dist="25400" dir="5400000">
              <a:srgbClr val="9FB2C2">
                <a:alpha val="4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28816" y="23865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 Fleet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2752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:80 from ALB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2697480"/>
            <a:ext cx="457200" cy="0"/>
          </a:xfrm>
          <a:prstGeom prst="line">
            <a:avLst/>
          </a:prstGeom>
          <a:noFill/>
          <a:ln w="31750">
            <a:solidFill>
              <a:srgbClr val="0A4D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81744" y="2240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/>
          <a:effectLst>
            <a:outerShdw sx="100000" sy="100000" kx="0" ky="0" algn="bl" rotWithShape="0" blurRad="63500" dist="25400" dir="5400000">
              <a:srgbClr val="9FB2C2">
                <a:alpha val="4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81744" y="23865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RDS MySQL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381744" y="2752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:3306 from EC2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794760"/>
            <a:ext cx="10515600" cy="585216"/>
          </a:xfrm>
          <a:prstGeom prst="roundRect">
            <a:avLst>
              <a:gd name="adj" fmla="val 12500"/>
            </a:avLst>
          </a:prstGeom>
          <a:solidFill>
            <a:srgbClr val="EEF4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3950208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508760" y="3794760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live in private subnets — no public IPs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2960" y="4507992"/>
            <a:ext cx="10515600" cy="585216"/>
          </a:xfrm>
          <a:prstGeom prst="roundRect">
            <a:avLst>
              <a:gd name="adj" fmla="val 12500"/>
            </a:avLst>
          </a:prstGeom>
          <a:solidFill>
            <a:srgbClr val="EEF4F9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560" y="4663440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508760" y="4507992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password is auto-generated, never hard-coded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2960" y="5221224"/>
            <a:ext cx="10515600" cy="585216"/>
          </a:xfrm>
          <a:prstGeom prst="roundRect">
            <a:avLst>
              <a:gd name="adj" fmla="val 12500"/>
            </a:avLst>
          </a:prstGeom>
          <a:solidFill>
            <a:srgbClr val="EEF4F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1560" y="5376672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508760" y="5221224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IMDSv2 enforced &amp; storage encrypted at rest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WordPress on AWS  ·  Terraform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SCALING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Failure &amp; Handle Load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84448" cy="228600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 Zones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1927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duplicated across two data centers.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84448" cy="2286000"/>
          </a:xfrm>
          <a:prstGeom prst="roundRect">
            <a:avLst>
              <a:gd name="adj" fmla="val 3200"/>
            </a:avLst>
          </a:prstGeom>
          <a:solidFill>
            <a:srgbClr val="0A4D68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06824" y="196596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4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489704" y="292608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Auto-scaling servers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331927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fleet grows and shrinks with demand, automatically.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584448" cy="228600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65008" y="196596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~60s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92608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failover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331927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Multi-AZ switches to the standby with no manual steps.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EEF4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an Availability Zone fails?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 balancer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routing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failed zone, the Auto Scaling Group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replacements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healthy zone, and RDS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over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its standby — the site stays up.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WordPress on AWS  ·  Terraform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 with Terraform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896112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1109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1965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code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environment is defined in ~10 text files.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5669280" cy="896112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9352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4378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to build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172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creates all 30+ resources in order.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5669280" cy="896112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9593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679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to remove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1970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destroy tears it all down — no leftovers.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64024"/>
            <a:ext cx="5669280" cy="896112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8920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Repeatable &amp; reviewable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221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Version-controlled, consistent, and easy to share.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1691640"/>
            <a:ext cx="5148072" cy="4087368"/>
          </a:xfrm>
          <a:prstGeom prst="roundRect">
            <a:avLst>
              <a:gd name="adj" fmla="val 134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7F93A5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190195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6976872" y="190195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32904" y="190195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92240" y="182880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95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has been initialized.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plan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Plan: 31 to add, 0 to change.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complete! Resources: 31 added.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wordpress_url =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http://ha-wordpress-alb...
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WordPress on AWS  ·  Terraform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LIVE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4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Cleanup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1965960"/>
            <a:ext cx="822960" cy="82296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590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AWS access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55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temporary credentials from the AWS lab.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2377440"/>
            <a:ext cx="14630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29000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6260" y="1965960"/>
            <a:ext cx="822960" cy="82296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6626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355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AWS provider (one time per project).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2377440"/>
            <a:ext cx="14630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46620" y="1965960"/>
            <a:ext cx="822960" cy="82296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4662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355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every resource before anything is created.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25128" y="2377440"/>
            <a:ext cx="14630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89720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/>
          <a:effectLst>
            <a:outerShdw sx="100000" sy="100000" kx="0" ky="0" algn="bl" rotWithShape="0" blurRad="76200" dist="25400" dir="5400000">
              <a:srgbClr val="9FB2C2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26980" y="1965960"/>
            <a:ext cx="822960" cy="82296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12698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3355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stack (~10–15 min) and get the site URL.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70916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1691640" y="4480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5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 to clean up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691640" y="486460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 balancer, NAT gateway, and Multi-AZ database cost money while running. Run 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destroy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finished to remove everything.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WordPress on AWS  ·  Terraform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474720" cy="347472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Production-Shaped Cloud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13304F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5328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4323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Highly available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77977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across two Availability Zones at every tier.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13304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25328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4323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Automatically scalable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77977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fleet adjusts to traffic on its own.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13304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36758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5753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92277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access with the database fully private.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34290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13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36758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5753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automated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92277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stack is built and destroyed from code.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166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Highly Available WordPress on AWS</dc:title>
  <dc:subject>PptxGenJS Presentation</dc:subject>
  <dc:creator>Houssem</dc:creator>
  <cp:lastModifiedBy>Houssem</cp:lastModifiedBy>
  <cp:revision>1</cp:revision>
  <dcterms:created xsi:type="dcterms:W3CDTF">2026-10-18T11:29:29Z</dcterms:created>
  <dcterms:modified xsi:type="dcterms:W3CDTF">2026-10-18T11:29:29Z</dcterms:modified>
</cp:coreProperties>
</file>